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4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1D2F-B63E-4D30-8B66-2F972EAC61F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CAD2E-181F-46B1-A441-C630A1A5A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125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1D2F-B63E-4D30-8B66-2F972EAC61F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CAD2E-181F-46B1-A441-C630A1A5A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09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1D2F-B63E-4D30-8B66-2F972EAC61F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CAD2E-181F-46B1-A441-C630A1A5A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24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1D2F-B63E-4D30-8B66-2F972EAC61F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CAD2E-181F-46B1-A441-C630A1A5A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731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1D2F-B63E-4D30-8B66-2F972EAC61F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CAD2E-181F-46B1-A441-C630A1A5A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07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1D2F-B63E-4D30-8B66-2F972EAC61F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CAD2E-181F-46B1-A441-C630A1A5A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61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1D2F-B63E-4D30-8B66-2F972EAC61F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CAD2E-181F-46B1-A441-C630A1A5A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838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1D2F-B63E-4D30-8B66-2F972EAC61F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CAD2E-181F-46B1-A441-C630A1A5A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678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1D2F-B63E-4D30-8B66-2F972EAC61F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CAD2E-181F-46B1-A441-C630A1A5A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12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1D2F-B63E-4D30-8B66-2F972EAC61F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CAD2E-181F-46B1-A441-C630A1A5A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100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1D2F-B63E-4D30-8B66-2F972EAC61F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CAD2E-181F-46B1-A441-C630A1A5A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01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F1D2F-B63E-4D30-8B66-2F972EAC61F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CAD2E-181F-46B1-A441-C630A1A5A2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79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rest" TargetMode="External"/><Relationship Id="rId2" Type="http://schemas.openxmlformats.org/officeDocument/2006/relationships/hyperlink" Target="https://www.data.go.kr/data/15084084/openapi.do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웹 다이어리 프로젝트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제작자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정광성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387436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77900" y="466725"/>
            <a:ext cx="10515600" cy="1325563"/>
          </a:xfrm>
        </p:spPr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2244725"/>
            <a:ext cx="10515600" cy="4351338"/>
          </a:xfrm>
        </p:spPr>
        <p:txBody>
          <a:bodyPr/>
          <a:lstStyle/>
          <a:p>
            <a:r>
              <a:rPr lang="ko-KR" altLang="en-US" dirty="0" smtClean="0"/>
              <a:t>주제</a:t>
            </a:r>
            <a:endParaRPr lang="en-US" altLang="ko-KR" dirty="0" smtClean="0"/>
          </a:p>
          <a:p>
            <a:r>
              <a:rPr lang="ko-KR" altLang="en-US" dirty="0" smtClean="0"/>
              <a:t>기획의도</a:t>
            </a:r>
            <a:endParaRPr lang="en-US" altLang="ko-KR" dirty="0" smtClean="0"/>
          </a:p>
          <a:p>
            <a:r>
              <a:rPr lang="ko-KR" altLang="en-US" dirty="0" smtClean="0"/>
              <a:t>벤치마킹</a:t>
            </a:r>
            <a:endParaRPr lang="en-US" altLang="ko-KR" dirty="0" smtClean="0"/>
          </a:p>
          <a:p>
            <a:r>
              <a:rPr lang="ko-KR" altLang="en-US" dirty="0" smtClean="0"/>
              <a:t>자체평가</a:t>
            </a:r>
            <a:endParaRPr lang="en-US" altLang="ko-KR" dirty="0" smtClean="0"/>
          </a:p>
          <a:p>
            <a:r>
              <a:rPr lang="ko-KR" altLang="en-US" dirty="0" smtClean="0"/>
              <a:t>소감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3992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🔹 </a:t>
            </a:r>
            <a:r>
              <a:rPr lang="ko-KR" altLang="en-US" b="1" dirty="0">
                <a:hlinkClick r:id="rId2"/>
              </a:rPr>
              <a:t>기상청 </a:t>
            </a:r>
            <a:r>
              <a:rPr lang="en-US" altLang="ko-KR" b="1" dirty="0">
                <a:hlinkClick r:id="rId2"/>
              </a:rPr>
              <a:t>API</a:t>
            </a:r>
            <a:r>
              <a:rPr lang="ko-KR" altLang="en-US" dirty="0"/>
              <a:t> → 날씨</a:t>
            </a:r>
            <a:r>
              <a:rPr lang="en-US" altLang="ko-KR" dirty="0"/>
              <a:t>, </a:t>
            </a:r>
            <a:r>
              <a:rPr lang="ko-KR" altLang="en-US" dirty="0"/>
              <a:t>기온</a:t>
            </a:r>
            <a:r>
              <a:rPr lang="en-US" altLang="ko-KR" dirty="0"/>
              <a:t>, </a:t>
            </a:r>
            <a:r>
              <a:rPr lang="ko-KR" altLang="en-US" dirty="0"/>
              <a:t>강수량 </a:t>
            </a:r>
            <a:r>
              <a:rPr lang="ko-KR" altLang="en-US" dirty="0" smtClean="0"/>
              <a:t>등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/>
              <a:t>🔹 </a:t>
            </a:r>
            <a:r>
              <a:rPr lang="en-US" altLang="ko-KR" b="1" dirty="0">
                <a:hlinkClick r:id="rId3"/>
              </a:rPr>
              <a:t>GitHub API</a:t>
            </a:r>
            <a:r>
              <a:rPr lang="ko-KR" altLang="en-US" dirty="0"/>
              <a:t> → </a:t>
            </a:r>
            <a:r>
              <a:rPr lang="en-US" altLang="ko-KR" dirty="0"/>
              <a:t>GitHub </a:t>
            </a:r>
            <a:r>
              <a:rPr lang="ko-KR" altLang="en-US" dirty="0" err="1"/>
              <a:t>리포지토리</a:t>
            </a:r>
            <a:r>
              <a:rPr lang="en-US" altLang="ko-KR" dirty="0"/>
              <a:t>, </a:t>
            </a:r>
            <a:r>
              <a:rPr lang="ko-KR" altLang="en-US" dirty="0"/>
              <a:t>사용자 정보 </a:t>
            </a:r>
            <a:r>
              <a:rPr lang="ko-KR" altLang="en-US" dirty="0" smtClean="0"/>
              <a:t>조회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위 두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를 이용한 웹 다이어리 제작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554264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기획의도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언제 어디서든 웹사이트에 접속만 하면 사용하던 다이어리에 접근하여 이어서 작성가능하도록 만들겠습니다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err="1" smtClean="0"/>
              <a:t>Github</a:t>
            </a:r>
            <a:r>
              <a:rPr lang="ko-KR" altLang="en-US" dirty="0" smtClean="0"/>
              <a:t>를 이용하는 사람을 주 사용자로 </a:t>
            </a:r>
            <a:r>
              <a:rPr lang="ko-KR" altLang="en-US" dirty="0" err="1" smtClean="0"/>
              <a:t>타겟팅하여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현상황</a:t>
            </a:r>
            <a:r>
              <a:rPr lang="ko-KR" altLang="en-US" dirty="0" smtClean="0"/>
              <a:t> 등을 같이 출력해주는 다이어리를 만들겠습니다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작지만 현재의 날씨데이터를 빌려와 저장 혹은 확인 이 가능한 기능 구현을 하겠습니다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다이어리 라는 이름에 맞게 일기</a:t>
            </a:r>
            <a:r>
              <a:rPr lang="en-US" altLang="ko-KR" dirty="0" smtClean="0"/>
              <a:t>, @TODO list </a:t>
            </a:r>
            <a:r>
              <a:rPr lang="ko-KR" altLang="en-US" dirty="0" smtClean="0"/>
              <a:t>등의 기능을 포함할 것입니다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6201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벤치마킹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https://journey.cloud/ko</a:t>
            </a:r>
          </a:p>
          <a:p>
            <a:pPr marL="0" indent="0">
              <a:buNone/>
            </a:pPr>
            <a:r>
              <a:rPr lang="en-US" altLang="ko-KR" dirty="0" smtClean="0"/>
              <a:t> - journey </a:t>
            </a:r>
            <a:r>
              <a:rPr lang="ko-KR" altLang="en-US" dirty="0"/>
              <a:t> 일기장 및 일기 </a:t>
            </a:r>
            <a:r>
              <a:rPr lang="ko-KR" altLang="en-US" dirty="0" smtClean="0"/>
              <a:t>앱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비슷한 기능들을 구연할 예정이며 많은 기능을 제공하기보다는 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과 다이어리 에 집중하여 만들어볼 예정입니다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9267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77</Words>
  <Application>Microsoft Office PowerPoint</Application>
  <PresentationFormat>와이드스크린</PresentationFormat>
  <Paragraphs>22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웹 다이어리 프로젝트</vt:lpstr>
      <vt:lpstr>목차</vt:lpstr>
      <vt:lpstr>주제</vt:lpstr>
      <vt:lpstr>기획의도</vt:lpstr>
      <vt:lpstr>벤치마킹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 다이어리 프로젝트</dc:title>
  <dc:creator>YJ</dc:creator>
  <cp:lastModifiedBy>YJ</cp:lastModifiedBy>
  <cp:revision>8</cp:revision>
  <dcterms:created xsi:type="dcterms:W3CDTF">2025-09-22T05:38:16Z</dcterms:created>
  <dcterms:modified xsi:type="dcterms:W3CDTF">2025-09-22T07:40:29Z</dcterms:modified>
</cp:coreProperties>
</file>